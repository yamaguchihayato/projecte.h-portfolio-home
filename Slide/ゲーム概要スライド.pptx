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9" autoAdjust="0"/>
    <p:restoredTop sz="94654" autoAdjust="0"/>
  </p:normalViewPr>
  <p:slideViewPr>
    <p:cSldViewPr snapToGrid="0">
      <p:cViewPr varScale="1">
        <p:scale>
          <a:sx n="104" d="100"/>
          <a:sy n="104" d="100"/>
        </p:scale>
        <p:origin x="87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FA2514-DBC2-6106-E3CE-F8833CA70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F344E24-BA72-74B3-9685-92604BD96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BA49A5-272F-653B-1FB5-9DCCC045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461D-79E4-44C9-BDA6-7A09C718AB45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DCE9E7-5D6F-65EA-3E4A-EE8E12C0C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D50643-A120-2A25-BA47-96C90ACA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DED-9194-45AD-85CD-BFD0BB59E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5216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62554C-CDA1-0BBC-0A06-4471F9F31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940DC1-09A6-60C6-B6C0-ECE676FD3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DAD12B-CC88-C60A-E646-1B54E8E0B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461D-79E4-44C9-BDA6-7A09C718AB45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CC768A-9919-1351-E8A7-EED6FACF3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8D2A45-FD41-DFA7-82E5-37C112CD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DED-9194-45AD-85CD-BFD0BB59E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1311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7A297D-D7B4-588F-CBA6-1A79BA71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59DD45-C330-47AA-AD1C-6F40CAA22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80BC83-CF4F-CA46-0795-6611398E2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461D-79E4-44C9-BDA6-7A09C718AB45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45EF2D-F66C-4243-70A1-9FF7C6A84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8D0178-884E-05DA-797F-283480A94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DED-9194-45AD-85CD-BFD0BB59E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026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7951A5-37E2-858D-37A8-7C0210CF1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D55BF4-F488-D532-758E-1192D3A8D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D6C578-55D5-5E68-66F7-B6E16D0EB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D667FD-80AB-34D2-BABF-C2CD42B7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461D-79E4-44C9-BDA6-7A09C718AB45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C2E156-B1D3-6E0F-A9DD-FB0EFF63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42B427-1150-BAD8-A361-5D79A00AB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DED-9194-45AD-85CD-BFD0BB59E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222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D40884-FDEB-D1BB-C65E-DE8383CA0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9388F8-03CF-9818-998F-3D9954CAD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E31C346-95B9-7399-9F7F-71E5BAD06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91D8992-EC82-66FB-95CA-451C52F965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596ACE0-ACF6-D414-078C-DDAB48CD50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835CA2A-D01E-6BB7-D4B6-92D90A197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461D-79E4-44C9-BDA6-7A09C718AB45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D33A330-5D80-B0BA-D2F8-6D7739CA4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4981BC5-05EB-540B-2F3D-6407781B2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DED-9194-45AD-85CD-BFD0BB59E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1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87C341-F005-1FED-F3EA-4D7B039A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FE6045A-102D-0E12-2C8E-B273434DA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461D-79E4-44C9-BDA6-7A09C718AB45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061DE75-1860-DEF4-3859-125C73A56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0B7B79C-4039-46E3-8918-7741F3A7D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DED-9194-45AD-85CD-BFD0BB59E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688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F8AA211-F21F-1F20-1CAB-3AEC3772F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461D-79E4-44C9-BDA6-7A09C718AB45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3BCAB5F-8071-FCC2-0A08-D05BD0C0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745234-3E04-6AE9-6227-40A3F99B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DED-9194-45AD-85CD-BFD0BB59E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1661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4A4941-A916-50EF-F78B-F852ED0D9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58BCDC-4B2E-7B91-F136-93FC6C89D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8EFFA4-5AFF-E677-334A-D259F604C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38DDAA-AEAE-A4B1-CC24-7E729A31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461D-79E4-44C9-BDA6-7A09C718AB45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281171-7AA7-0BCE-762E-D9A5EAAFB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3ADC0C-7E94-F413-E98A-79E9C6C9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DED-9194-45AD-85CD-BFD0BB59E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170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D04971-24CC-5EE0-0718-F7AC6A016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B08E81E-FB32-2940-E88D-B0BD6C6E9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0047E97-2D54-06E0-5A32-1C95F21CA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2CD462-59D3-65E7-DF51-553BA5C07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461D-79E4-44C9-BDA6-7A09C718AB45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34F54C-3B30-BBE4-4CC0-EA3CD0AC8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D27A1A-C77D-419D-3E21-8F576DB39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DED-9194-45AD-85CD-BFD0BB59E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811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01F24C-FC56-22BD-B63C-B7CE5890C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2CE018-719A-5584-FF5C-2BDD815F0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C52561-C474-C48C-CDAA-D1E6D61A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461D-79E4-44C9-BDA6-7A09C718AB45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759248-65E6-BE89-4C89-B182B632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2E3A8C-1EBF-904E-C463-18F431297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DED-9194-45AD-85CD-BFD0BB59E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2021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26C283F-C9F6-E7EE-6CA6-830CE8C26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47FAB8-A5B0-C070-8EE6-9AF7E683B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E04CEC-58A8-C908-9973-E671D5C5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461D-79E4-44C9-BDA6-7A09C718AB45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AB337F-EB70-0B5D-5A74-45D5F072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1DFB43-94D4-C4C6-040A-676C2DD8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DED-9194-45AD-85CD-BFD0BB59E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309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A0505B5-2386-F979-9063-11AC811CE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562D2B-78F9-31CB-38CD-61D31BA01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2F8FA7-16AD-E7D2-1E35-5B51D6880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E461D-79E4-44C9-BDA6-7A09C718AB45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038F4D-4470-CDC7-7060-7A44FED9A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34E2CB-C0F3-BE8C-60EB-9B4F0CADD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1CDED-9194-45AD-85CD-BFD0BB59E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A298BE8-960D-DD89-EFC2-A16A004A3B1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C097C8-1168-48E9-0A2B-1BA68B497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3293" y="2235200"/>
            <a:ext cx="9144000" cy="2387600"/>
          </a:xfrm>
        </p:spPr>
        <p:txBody>
          <a:bodyPr/>
          <a:lstStyle/>
          <a:p>
            <a:r>
              <a:rPr kumimoji="1"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エレメンタルハンターズ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87E4673-68C1-5DDD-1398-9CD8736E2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04800" y="4622800"/>
            <a:ext cx="12496800" cy="2235200"/>
          </a:xfrm>
        </p:spPr>
        <p:txBody>
          <a:bodyPr>
            <a:normAutofit lnSpcReduction="10000"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ゲーム内容説明スライド</a:t>
            </a:r>
            <a:endParaRPr lang="en-US" altLang="ja-JP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r>
              <a:rPr kumimoji="1" lang="en-US" altLang="ja-JP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kumimoji="1"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 プログラマ志望 山口 隼</a:t>
            </a:r>
            <a:r>
              <a:rPr kumimoji="1" lang="en-US" altLang="ja-JP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やまぐち </a:t>
            </a:r>
            <a:r>
              <a:rPr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はやと</a:t>
            </a:r>
            <a:r>
              <a:rPr kumimoji="1" lang="en-US" altLang="ja-JP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pPr algn="r"/>
            <a:r>
              <a:rPr kumimoji="1" lang="ja-JP" altLang="en-US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担当箇所</a:t>
            </a:r>
            <a:r>
              <a:rPr kumimoji="1" lang="en-US" altLang="ja-JP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:Player/NPC/InputSystem/Stage</a:t>
            </a:r>
          </a:p>
        </p:txBody>
      </p:sp>
    </p:spTree>
    <p:extLst>
      <p:ext uri="{BB962C8B-B14F-4D97-AF65-F5344CB8AC3E}">
        <p14:creationId xmlns:p14="http://schemas.microsoft.com/office/powerpoint/2010/main" val="35271929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ED95D454-0430-1B26-C762-A55DA52AE8CA}"/>
              </a:ext>
            </a:extLst>
          </p:cNvPr>
          <p:cNvSpPr/>
          <p:nvPr/>
        </p:nvSpPr>
        <p:spPr>
          <a:xfrm>
            <a:off x="555584" y="1282410"/>
            <a:ext cx="2942359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①ゲーム概要</a:t>
            </a:r>
          </a:p>
        </p:txBody>
      </p:sp>
      <p:sp>
        <p:nvSpPr>
          <p:cNvPr id="3" name="正方形/長方形 2">
            <a:hlinkClick r:id="rId3" action="ppaction://hlinksldjump"/>
            <a:extLst>
              <a:ext uri="{FF2B5EF4-FFF2-40B4-BE49-F238E27FC236}">
                <a16:creationId xmlns:a16="http://schemas.microsoft.com/office/drawing/2014/main" id="{E5A3288D-F407-DE59-8914-DAC6FA02AB55}"/>
              </a:ext>
            </a:extLst>
          </p:cNvPr>
          <p:cNvSpPr/>
          <p:nvPr/>
        </p:nvSpPr>
        <p:spPr>
          <a:xfrm>
            <a:off x="555584" y="2541553"/>
            <a:ext cx="3044143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②コンセプト</a:t>
            </a:r>
            <a:endParaRPr kumimoji="1"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hlinkClick r:id="rId4" action="ppaction://hlinksldjump"/>
            <a:extLst>
              <a:ext uri="{FF2B5EF4-FFF2-40B4-BE49-F238E27FC236}">
                <a16:creationId xmlns:a16="http://schemas.microsoft.com/office/drawing/2014/main" id="{4981F7A5-40EE-2CE4-AB38-006CD034B162}"/>
              </a:ext>
            </a:extLst>
          </p:cNvPr>
          <p:cNvSpPr/>
          <p:nvPr/>
        </p:nvSpPr>
        <p:spPr>
          <a:xfrm>
            <a:off x="555584" y="3800696"/>
            <a:ext cx="3044143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③ゲームの流れ</a:t>
            </a:r>
            <a:endParaRPr kumimoji="1"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hlinkClick r:id="rId5" action="ppaction://hlinksldjump"/>
            <a:extLst>
              <a:ext uri="{FF2B5EF4-FFF2-40B4-BE49-F238E27FC236}">
                <a16:creationId xmlns:a16="http://schemas.microsoft.com/office/drawing/2014/main" id="{68A50067-95B9-E2C7-FCDD-2E94FC009495}"/>
              </a:ext>
            </a:extLst>
          </p:cNvPr>
          <p:cNvSpPr/>
          <p:nvPr/>
        </p:nvSpPr>
        <p:spPr>
          <a:xfrm>
            <a:off x="555583" y="5059839"/>
            <a:ext cx="2942359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④操作方法</a:t>
            </a:r>
            <a:endParaRPr kumimoji="1"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6108CDA-65B5-3560-63D8-42D9536FE7D4}"/>
              </a:ext>
            </a:extLst>
          </p:cNvPr>
          <p:cNvSpPr txBox="1"/>
          <p:nvPr/>
        </p:nvSpPr>
        <p:spPr>
          <a:xfrm>
            <a:off x="555583" y="110871"/>
            <a:ext cx="1607044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4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目次</a:t>
            </a:r>
          </a:p>
        </p:txBody>
      </p:sp>
      <p:sp>
        <p:nvSpPr>
          <p:cNvPr id="7" name="正方形/長方形 6">
            <a:hlinkClick r:id="rId6" action="ppaction://hlinksldjump"/>
            <a:extLst>
              <a:ext uri="{FF2B5EF4-FFF2-40B4-BE49-F238E27FC236}">
                <a16:creationId xmlns:a16="http://schemas.microsoft.com/office/drawing/2014/main" id="{6D6DA8C7-1A37-C928-A04E-0BCFE1EBB807}"/>
              </a:ext>
            </a:extLst>
          </p:cNvPr>
          <p:cNvSpPr/>
          <p:nvPr/>
        </p:nvSpPr>
        <p:spPr>
          <a:xfrm>
            <a:off x="8110270" y="1287563"/>
            <a:ext cx="3526145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⑤攻撃アクション</a:t>
            </a:r>
          </a:p>
        </p:txBody>
      </p:sp>
      <p:sp>
        <p:nvSpPr>
          <p:cNvPr id="8" name="正方形/長方形 7">
            <a:hlinkClick r:id="rId7" action="ppaction://hlinksldjump"/>
            <a:extLst>
              <a:ext uri="{FF2B5EF4-FFF2-40B4-BE49-F238E27FC236}">
                <a16:creationId xmlns:a16="http://schemas.microsoft.com/office/drawing/2014/main" id="{53890BC4-FE95-1BD3-DAF3-661CC0E4DFEE}"/>
              </a:ext>
            </a:extLst>
          </p:cNvPr>
          <p:cNvSpPr/>
          <p:nvPr/>
        </p:nvSpPr>
        <p:spPr>
          <a:xfrm>
            <a:off x="8110270" y="2541553"/>
            <a:ext cx="3044143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⑥復活システム</a:t>
            </a:r>
            <a:endParaRPr kumimoji="1"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正方形/長方形 8">
            <a:hlinkClick r:id="rId8" action="ppaction://hlinksldjump"/>
            <a:extLst>
              <a:ext uri="{FF2B5EF4-FFF2-40B4-BE49-F238E27FC236}">
                <a16:creationId xmlns:a16="http://schemas.microsoft.com/office/drawing/2014/main" id="{32B4E38D-7AD2-A09A-1AD4-045F086843A7}"/>
              </a:ext>
            </a:extLst>
          </p:cNvPr>
          <p:cNvSpPr/>
          <p:nvPr/>
        </p:nvSpPr>
        <p:spPr>
          <a:xfrm>
            <a:off x="8110270" y="3847427"/>
            <a:ext cx="3878530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➆キャラクター紹介</a:t>
            </a:r>
            <a:endParaRPr kumimoji="1"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>
            <a:hlinkClick r:id="rId9" action="ppaction://hlinksldjump"/>
            <a:extLst>
              <a:ext uri="{FF2B5EF4-FFF2-40B4-BE49-F238E27FC236}">
                <a16:creationId xmlns:a16="http://schemas.microsoft.com/office/drawing/2014/main" id="{AA56D4ED-ADF6-C63D-D854-4A1956E28374}"/>
              </a:ext>
            </a:extLst>
          </p:cNvPr>
          <p:cNvSpPr/>
          <p:nvPr/>
        </p:nvSpPr>
        <p:spPr>
          <a:xfrm>
            <a:off x="8110270" y="5059838"/>
            <a:ext cx="3878530" cy="85629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⑧まとめ</a:t>
            </a:r>
            <a:endParaRPr kumimoji="1" lang="ja-JP" altLang="en-US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7777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C84DA53-45D6-9E65-B4C0-245636E476D2}"/>
              </a:ext>
            </a:extLst>
          </p:cNvPr>
          <p:cNvSpPr txBox="1"/>
          <p:nvPr/>
        </p:nvSpPr>
        <p:spPr>
          <a:xfrm>
            <a:off x="487216" y="110871"/>
            <a:ext cx="4074474" cy="677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①ゲーム概要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A29E604-FE45-7DAA-0C26-9381FE714C52}"/>
              </a:ext>
            </a:extLst>
          </p:cNvPr>
          <p:cNvSpPr txBox="1"/>
          <p:nvPr/>
        </p:nvSpPr>
        <p:spPr>
          <a:xfrm>
            <a:off x="7387771" y="1101525"/>
            <a:ext cx="4804229" cy="563231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</a:t>
            </a:r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ジャンル</a:t>
            </a:r>
            <a:endParaRPr kumimoji="1"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協力型アクション</a:t>
            </a:r>
            <a:endParaRPr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</a:t>
            </a:r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目的</a:t>
            </a:r>
            <a:endParaRPr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</a:t>
            </a:r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仲間と協力</a:t>
            </a:r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して</a:t>
            </a:r>
            <a:endParaRPr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</a:t>
            </a:r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ボスを討伐する。</a:t>
            </a:r>
            <a:endParaRPr kumimoji="1"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③開発環境</a:t>
            </a:r>
            <a:endParaRPr kumimoji="1"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</a:t>
            </a:r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C++14</a:t>
            </a:r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DirectX</a:t>
            </a:r>
          </a:p>
          <a:p>
            <a:r>
              <a:rPr kumimoji="1"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</a:t>
            </a:r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VisualStudio2022</a:t>
            </a:r>
            <a:endParaRPr kumimoji="1"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53F3C324-FDEF-95B4-592B-5E9A42364C76}"/>
              </a:ext>
            </a:extLst>
          </p:cNvPr>
          <p:cNvGrpSpPr/>
          <p:nvPr/>
        </p:nvGrpSpPr>
        <p:grpSpPr>
          <a:xfrm>
            <a:off x="487215" y="1101525"/>
            <a:ext cx="6900556" cy="4417715"/>
            <a:chOff x="487215" y="1101525"/>
            <a:chExt cx="6900556" cy="4417715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83A42189-1EF1-DCF1-D137-AC606B3E3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97" b="14074"/>
            <a:stretch>
              <a:fillRect/>
            </a:stretch>
          </p:blipFill>
          <p:spPr>
            <a:xfrm>
              <a:off x="487216" y="1101525"/>
              <a:ext cx="6900555" cy="3195615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563FE109-0F9B-C730-C853-2D1586A8919C}"/>
                </a:ext>
              </a:extLst>
            </p:cNvPr>
            <p:cNvSpPr txBox="1"/>
            <p:nvPr/>
          </p:nvSpPr>
          <p:spPr>
            <a:xfrm>
              <a:off x="487215" y="4318911"/>
              <a:ext cx="6900555" cy="1200329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ja-JP" altLang="en-US" sz="36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最大</a:t>
              </a:r>
              <a:r>
                <a:rPr kumimoji="1" lang="en-US" altLang="ja-JP" sz="36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4</a:t>
              </a:r>
              <a:r>
                <a:rPr kumimoji="1" lang="ja-JP" altLang="en-US" sz="36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人プレイ</a:t>
              </a:r>
              <a:r>
                <a:rPr lang="ja-JP" altLang="en-US" sz="36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で遊べます。</a:t>
              </a:r>
              <a:endPara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r>
                <a:rPr lang="en-US" altLang="ja-JP" sz="36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NPC</a:t>
              </a:r>
              <a:r>
                <a:rPr lang="ja-JP" altLang="en-US" sz="36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とソロプレイも可能です。</a:t>
              </a:r>
              <a:endParaRPr kumimoji="1"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361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168638A-F8FC-623E-C75F-103255054810}"/>
              </a:ext>
            </a:extLst>
          </p:cNvPr>
          <p:cNvSpPr txBox="1"/>
          <p:nvPr/>
        </p:nvSpPr>
        <p:spPr>
          <a:xfrm>
            <a:off x="487216" y="110871"/>
            <a:ext cx="4074474" cy="677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②コンセプト</a:t>
            </a:r>
            <a:endParaRPr kumimoji="1" lang="ja-JP" altLang="en-US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62AC728-6747-E6BB-C27A-3212A8896191}"/>
              </a:ext>
            </a:extLst>
          </p:cNvPr>
          <p:cNvSpPr txBox="1"/>
          <p:nvPr/>
        </p:nvSpPr>
        <p:spPr>
          <a:xfrm>
            <a:off x="487215" y="1264757"/>
            <a:ext cx="10921014" cy="12618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役割の異なる</a:t>
            </a:r>
            <a:r>
              <a:rPr kumimoji="1" lang="en-US" altLang="ja-JP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種類の</a:t>
            </a:r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キャラクターで</a:t>
            </a:r>
            <a:endParaRPr lang="en-US" altLang="ja-JP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巨大なボスに挑む共闘アクションです。</a:t>
            </a:r>
            <a:endParaRPr kumimoji="1" lang="en-US" altLang="ja-JP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26F321B-75AD-552E-9BF6-669178E2B00E}"/>
              </a:ext>
            </a:extLst>
          </p:cNvPr>
          <p:cNvSpPr/>
          <p:nvPr/>
        </p:nvSpPr>
        <p:spPr>
          <a:xfrm>
            <a:off x="487215" y="4331360"/>
            <a:ext cx="3247079" cy="11901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役割</a:t>
            </a:r>
            <a:endParaRPr kumimoji="1"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種類のキャラ</a:t>
            </a:r>
            <a:endParaRPr kumimoji="1"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31CE31D-3B46-137C-E39C-839A3485BE52}"/>
              </a:ext>
            </a:extLst>
          </p:cNvPr>
          <p:cNvSpPr/>
          <p:nvPr/>
        </p:nvSpPr>
        <p:spPr>
          <a:xfrm>
            <a:off x="4136572" y="4331360"/>
            <a:ext cx="3566310" cy="11901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攻撃派生</a:t>
            </a:r>
            <a:endParaRPr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状態</a:t>
            </a:r>
            <a:r>
              <a:rPr lang="ja-JP" altLang="en-US" sz="3600" b="1">
                <a:latin typeface="メイリオ" panose="020B0604030504040204" pitchFamily="50" charset="-128"/>
                <a:ea typeface="メイリオ" panose="020B0604030504040204" pitchFamily="50" charset="-128"/>
              </a:rPr>
              <a:t>により変化</a:t>
            </a:r>
            <a:endParaRPr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8C40F3-9210-F93A-0141-24B2FFD793DC}"/>
              </a:ext>
            </a:extLst>
          </p:cNvPr>
          <p:cNvSpPr/>
          <p:nvPr/>
        </p:nvSpPr>
        <p:spPr>
          <a:xfrm>
            <a:off x="8055429" y="4331360"/>
            <a:ext cx="4020456" cy="11901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NPC</a:t>
            </a:r>
          </a:p>
          <a:p>
            <a:pPr algn="ctr"/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ソロでも共闘可能</a:t>
            </a:r>
            <a:endParaRPr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61D49F1E-1C4B-B16D-4BE6-24C25EB1668C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2110755" y="2526641"/>
            <a:ext cx="3836967" cy="18047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3C8617FC-2BCE-D290-B7E6-17C687A5B986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5919727" y="2526641"/>
            <a:ext cx="27995" cy="18047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69A008A2-4A26-EAAD-F797-DDABF9244519}"/>
              </a:ext>
            </a:extLst>
          </p:cNvPr>
          <p:cNvCxnSpPr>
            <a:cxnSpLocks/>
            <a:stCxn id="7" idx="0"/>
            <a:endCxn id="4" idx="2"/>
          </p:cNvCxnSpPr>
          <p:nvPr/>
        </p:nvCxnSpPr>
        <p:spPr>
          <a:xfrm flipH="1" flipV="1">
            <a:off x="5947722" y="2526641"/>
            <a:ext cx="4117935" cy="18047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14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EB40D9D-AE99-9F3B-898A-A1362F77AA63}"/>
              </a:ext>
            </a:extLst>
          </p:cNvPr>
          <p:cNvSpPr txBox="1"/>
          <p:nvPr/>
        </p:nvSpPr>
        <p:spPr>
          <a:xfrm>
            <a:off x="487216" y="110871"/>
            <a:ext cx="4074474" cy="677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③ゲームの流れ</a:t>
            </a:r>
            <a:endParaRPr kumimoji="1" lang="ja-JP" altLang="en-US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25975AAD-6E0D-3F78-CA75-5EFC8A40482A}"/>
              </a:ext>
            </a:extLst>
          </p:cNvPr>
          <p:cNvGrpSpPr/>
          <p:nvPr/>
        </p:nvGrpSpPr>
        <p:grpSpPr>
          <a:xfrm>
            <a:off x="487216" y="867276"/>
            <a:ext cx="4074474" cy="2855286"/>
            <a:chOff x="487216" y="1057863"/>
            <a:chExt cx="3599543" cy="2685815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B82DBE9F-6B68-2506-E8A1-50FF58E29420}"/>
                </a:ext>
              </a:extLst>
            </p:cNvPr>
            <p:cNvSpPr/>
            <p:nvPr/>
          </p:nvSpPr>
          <p:spPr>
            <a:xfrm>
              <a:off x="487216" y="2887385"/>
              <a:ext cx="3599543" cy="85629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3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1.</a:t>
              </a:r>
              <a:r>
                <a:rPr lang="ja-JP" altLang="en-US" sz="3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ステージ選択</a:t>
              </a:r>
              <a:endPara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8627225D-64E5-EC34-103B-C6B76407B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7216" y="1057863"/>
              <a:ext cx="3599543" cy="1885475"/>
            </a:xfrm>
            <a:prstGeom prst="rect">
              <a:avLst/>
            </a:prstGeom>
          </p:spPr>
        </p:pic>
      </p:grpSp>
      <p:sp>
        <p:nvSpPr>
          <p:cNvPr id="12" name="矢印: 右 11">
            <a:extLst>
              <a:ext uri="{FF2B5EF4-FFF2-40B4-BE49-F238E27FC236}">
                <a16:creationId xmlns:a16="http://schemas.microsoft.com/office/drawing/2014/main" id="{CEB2A038-E924-D906-1A45-5B0B5A28C7CC}"/>
              </a:ext>
            </a:extLst>
          </p:cNvPr>
          <p:cNvSpPr/>
          <p:nvPr/>
        </p:nvSpPr>
        <p:spPr>
          <a:xfrm>
            <a:off x="5095875" y="3176587"/>
            <a:ext cx="1276350" cy="5048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C536A897-7065-BAA9-707D-B276D570549A}"/>
              </a:ext>
            </a:extLst>
          </p:cNvPr>
          <p:cNvSpPr/>
          <p:nvPr/>
        </p:nvSpPr>
        <p:spPr>
          <a:xfrm rot="10800000">
            <a:off x="4964833" y="6066569"/>
            <a:ext cx="1276350" cy="5048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1E9E333-FEC2-99D1-79E4-A8C2C4E13C12}"/>
              </a:ext>
            </a:extLst>
          </p:cNvPr>
          <p:cNvGrpSpPr/>
          <p:nvPr/>
        </p:nvGrpSpPr>
        <p:grpSpPr>
          <a:xfrm>
            <a:off x="7785678" y="4002714"/>
            <a:ext cx="4109830" cy="2855286"/>
            <a:chOff x="7878041" y="4016170"/>
            <a:chExt cx="3891107" cy="2658247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CFA747B-C1B3-7429-CDD7-8E268C402220}"/>
                </a:ext>
              </a:extLst>
            </p:cNvPr>
            <p:cNvSpPr/>
            <p:nvPr/>
          </p:nvSpPr>
          <p:spPr>
            <a:xfrm>
              <a:off x="7878041" y="5818124"/>
              <a:ext cx="3891107" cy="85629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3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3.</a:t>
              </a:r>
              <a:r>
                <a:rPr kumimoji="1" lang="ja-JP" altLang="en-US" sz="3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ボスバトル</a:t>
              </a:r>
            </a:p>
          </p:txBody>
        </p:sp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46611493-49A9-CF33-1822-7E76CA0BE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97" b="14074"/>
            <a:stretch>
              <a:fillRect/>
            </a:stretch>
          </p:blipFill>
          <p:spPr>
            <a:xfrm>
              <a:off x="7878041" y="4016170"/>
              <a:ext cx="3891107" cy="1801954"/>
            </a:xfrm>
            <a:prstGeom prst="rect">
              <a:avLst/>
            </a:prstGeom>
          </p:spPr>
        </p:pic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B934335A-1E1F-35C7-2F17-5823241A03C1}"/>
              </a:ext>
            </a:extLst>
          </p:cNvPr>
          <p:cNvGrpSpPr/>
          <p:nvPr/>
        </p:nvGrpSpPr>
        <p:grpSpPr>
          <a:xfrm>
            <a:off x="487216" y="3870833"/>
            <a:ext cx="4074475" cy="2961523"/>
            <a:chOff x="487215" y="3870833"/>
            <a:chExt cx="4074475" cy="2961523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4E3913C-C029-94D1-DB41-7ED41578948A}"/>
                </a:ext>
              </a:extLst>
            </p:cNvPr>
            <p:cNvSpPr/>
            <p:nvPr/>
          </p:nvSpPr>
          <p:spPr>
            <a:xfrm>
              <a:off x="487216" y="6184243"/>
              <a:ext cx="4074474" cy="64811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3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4.</a:t>
              </a:r>
              <a:r>
                <a:rPr lang="ja-JP" altLang="en-US" sz="3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リザルト</a:t>
              </a:r>
              <a:endParaRPr lang="en-US" altLang="ja-JP" sz="32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8587B70D-E84E-1EF4-9668-BBC1D494B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215" y="3870833"/>
              <a:ext cx="4074475" cy="2234113"/>
            </a:xfrm>
            <a:prstGeom prst="rect">
              <a:avLst/>
            </a:prstGeom>
          </p:spPr>
        </p:pic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8B87718C-FFF6-5F7E-E9DA-ECDE71486496}"/>
              </a:ext>
            </a:extLst>
          </p:cNvPr>
          <p:cNvGrpSpPr/>
          <p:nvPr/>
        </p:nvGrpSpPr>
        <p:grpSpPr>
          <a:xfrm>
            <a:off x="7785678" y="867276"/>
            <a:ext cx="4109830" cy="3050029"/>
            <a:chOff x="7878041" y="787979"/>
            <a:chExt cx="4109830" cy="3050029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EF393F8-1706-0143-DB7E-0FE68F37F8A0}"/>
                </a:ext>
              </a:extLst>
            </p:cNvPr>
            <p:cNvSpPr/>
            <p:nvPr/>
          </p:nvSpPr>
          <p:spPr>
            <a:xfrm>
              <a:off x="7878041" y="2981715"/>
              <a:ext cx="4109830" cy="85629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3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2.</a:t>
              </a:r>
              <a:r>
                <a:rPr kumimoji="1" lang="ja-JP" altLang="en-US" sz="32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キャラ選択</a:t>
              </a:r>
            </a:p>
          </p:txBody>
        </p:sp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106BC59A-E873-3802-D85A-56A177663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8041" y="787979"/>
              <a:ext cx="4074474" cy="22341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7638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E783C6-AA35-B918-1C5F-8C4FBB86F8E9}"/>
              </a:ext>
            </a:extLst>
          </p:cNvPr>
          <p:cNvSpPr txBox="1"/>
          <p:nvPr/>
        </p:nvSpPr>
        <p:spPr>
          <a:xfrm>
            <a:off x="487216" y="110871"/>
            <a:ext cx="4074474" cy="677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④操作方法</a:t>
            </a:r>
            <a:endParaRPr kumimoji="1" lang="ja-JP" altLang="en-US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17071D-E47D-1EFA-4865-05E139E1F25E}"/>
              </a:ext>
            </a:extLst>
          </p:cNvPr>
          <p:cNvSpPr txBox="1"/>
          <p:nvPr/>
        </p:nvSpPr>
        <p:spPr>
          <a:xfrm>
            <a:off x="4925866" y="110871"/>
            <a:ext cx="5789760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 Xbox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系コントローラー推奨</a:t>
            </a:r>
          </a:p>
          <a:p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</a:t>
            </a:r>
            <a:r>
              <a:rPr lang="en-US" altLang="ja-JP" sz="2400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DirectInputSystem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使用のため）</a:t>
            </a:r>
            <a:endParaRPr kumimoji="1" lang="ja-JP" altLang="en-US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E171A1C-2DAF-EC7C-3028-8440C017D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56"/>
          <a:stretch>
            <a:fillRect/>
          </a:stretch>
        </p:blipFill>
        <p:spPr>
          <a:xfrm>
            <a:off x="495956" y="1133744"/>
            <a:ext cx="10219670" cy="521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163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EB8856A-CCE0-767C-940B-06CFE21F37FC}"/>
              </a:ext>
            </a:extLst>
          </p:cNvPr>
          <p:cNvSpPr txBox="1"/>
          <p:nvPr/>
        </p:nvSpPr>
        <p:spPr>
          <a:xfrm>
            <a:off x="487216" y="110871"/>
            <a:ext cx="4074474" cy="677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⑤攻撃アクション</a:t>
            </a:r>
            <a:endParaRPr kumimoji="1" lang="ja-JP" altLang="en-US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6AC96F2-EBC5-A40B-D972-162C07F9D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16" y="869839"/>
            <a:ext cx="8839803" cy="503482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7BC9397-A001-2181-4D20-349365833559}"/>
              </a:ext>
            </a:extLst>
          </p:cNvPr>
          <p:cNvSpPr txBox="1"/>
          <p:nvPr/>
        </p:nvSpPr>
        <p:spPr>
          <a:xfrm>
            <a:off x="487216" y="5904666"/>
            <a:ext cx="8923484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※Combo</a:t>
            </a:r>
            <a:r>
              <a:rPr kumimoji="1"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</a:t>
            </a:r>
            <a:r>
              <a:rPr kumimoji="1"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〜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</a:t>
            </a:r>
            <a:r>
              <a:rPr kumimoji="1"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は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入力条件に応じて発動する派生攻撃です。</a:t>
            </a:r>
            <a:endParaRPr kumimoji="1" lang="ja-JP" altLang="en-US" sz="2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0754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950DCA0-316A-FEAD-C418-1EBD66AAE5DD}"/>
              </a:ext>
            </a:extLst>
          </p:cNvPr>
          <p:cNvSpPr txBox="1"/>
          <p:nvPr/>
        </p:nvSpPr>
        <p:spPr>
          <a:xfrm>
            <a:off x="487216" y="110871"/>
            <a:ext cx="4074474" cy="677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⑥復活システム</a:t>
            </a:r>
            <a:endParaRPr kumimoji="1" lang="ja-JP" altLang="en-US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BF326FA-2E6D-99D9-0854-AA11E878A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7" t="29874" r="42481" b="41405"/>
          <a:stretch>
            <a:fillRect/>
          </a:stretch>
        </p:blipFill>
        <p:spPr>
          <a:xfrm>
            <a:off x="487216" y="2486266"/>
            <a:ext cx="4769939" cy="345757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386816-C91C-ECDB-D6D0-A6BE0E8C79ED}"/>
              </a:ext>
            </a:extLst>
          </p:cNvPr>
          <p:cNvSpPr txBox="1"/>
          <p:nvPr/>
        </p:nvSpPr>
        <p:spPr>
          <a:xfrm>
            <a:off x="6048375" y="2486266"/>
            <a:ext cx="5656409" cy="30162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仲間の戦線離脱</a:t>
            </a:r>
            <a:endParaRPr kumimoji="1" lang="en-US" altLang="ja-JP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</a:t>
            </a:r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近づき</a:t>
            </a:r>
            <a:r>
              <a:rPr lang="en-US" altLang="ja-JP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Y</a:t>
            </a:r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ボタンで復活</a:t>
            </a:r>
            <a:endParaRPr lang="en-US" altLang="ja-JP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戦線復帰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13F34E6-3F6A-6094-B6A3-387DA7C6D9AD}"/>
              </a:ext>
            </a:extLst>
          </p:cNvPr>
          <p:cNvSpPr txBox="1"/>
          <p:nvPr/>
        </p:nvSpPr>
        <p:spPr>
          <a:xfrm>
            <a:off x="439590" y="1505192"/>
            <a:ext cx="11217569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4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復活中は隙が生まれるため、判断が重要です。</a:t>
            </a:r>
            <a:endParaRPr kumimoji="1" lang="ja-JP" altLang="en-US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5219AE6-2864-3EAF-3AA5-151C805940DE}"/>
              </a:ext>
            </a:extLst>
          </p:cNvPr>
          <p:cNvSpPr txBox="1"/>
          <p:nvPr/>
        </p:nvSpPr>
        <p:spPr>
          <a:xfrm>
            <a:off x="487216" y="6003662"/>
            <a:ext cx="4769939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復活中の様子</a:t>
            </a:r>
          </a:p>
        </p:txBody>
      </p:sp>
    </p:spTree>
    <p:extLst>
      <p:ext uri="{BB962C8B-B14F-4D97-AF65-F5344CB8AC3E}">
        <p14:creationId xmlns:p14="http://schemas.microsoft.com/office/powerpoint/2010/main" val="4050902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D72517F-36FC-DF05-3E9D-D5F3DC175733}"/>
              </a:ext>
            </a:extLst>
          </p:cNvPr>
          <p:cNvSpPr txBox="1"/>
          <p:nvPr/>
        </p:nvSpPr>
        <p:spPr>
          <a:xfrm>
            <a:off x="487215" y="110871"/>
            <a:ext cx="4570559" cy="677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➆キャラクター紹介</a:t>
            </a:r>
            <a:endParaRPr kumimoji="1" lang="ja-JP" altLang="en-US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FA07585-FA67-58EC-1819-088E66563737}"/>
              </a:ext>
            </a:extLst>
          </p:cNvPr>
          <p:cNvSpPr txBox="1"/>
          <p:nvPr/>
        </p:nvSpPr>
        <p:spPr>
          <a:xfrm>
            <a:off x="487215" y="922076"/>
            <a:ext cx="2847975" cy="184665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Sword </a:t>
            </a:r>
          </a:p>
          <a:p>
            <a:pPr algn="ctr"/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近接型</a:t>
            </a:r>
            <a:endParaRPr kumimoji="1" lang="en-US" altLang="ja-JP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扱いやすい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6A42C72-9A5E-08D5-ABE5-FCCBEEE59303}"/>
              </a:ext>
            </a:extLst>
          </p:cNvPr>
          <p:cNvSpPr txBox="1"/>
          <p:nvPr/>
        </p:nvSpPr>
        <p:spPr>
          <a:xfrm>
            <a:off x="8534400" y="787979"/>
            <a:ext cx="2657476" cy="184665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Hammer</a:t>
            </a:r>
          </a:p>
          <a:p>
            <a:pPr algn="ctr"/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火力型</a:t>
            </a:r>
            <a:endParaRPr lang="en-US" altLang="ja-JP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一撃が重い</a:t>
            </a:r>
            <a:endParaRPr kumimoji="1" lang="en-US" altLang="ja-JP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F3D05D-4270-5CE4-4FA8-076DCD5C8679}"/>
              </a:ext>
            </a:extLst>
          </p:cNvPr>
          <p:cNvSpPr txBox="1"/>
          <p:nvPr/>
        </p:nvSpPr>
        <p:spPr>
          <a:xfrm>
            <a:off x="8599634" y="4883587"/>
            <a:ext cx="2657476" cy="184665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Twin Gun</a:t>
            </a:r>
          </a:p>
          <a:p>
            <a:pPr algn="ctr"/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遠距離型</a:t>
            </a:r>
            <a:endParaRPr lang="en-US" altLang="ja-JP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連射が得意</a:t>
            </a:r>
            <a:endParaRPr lang="en-US" altLang="ja-JP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C37A7FF-EDA0-0A3B-72CA-68A699AE6D35}"/>
              </a:ext>
            </a:extLst>
          </p:cNvPr>
          <p:cNvSpPr txBox="1"/>
          <p:nvPr/>
        </p:nvSpPr>
        <p:spPr>
          <a:xfrm>
            <a:off x="487214" y="4663767"/>
            <a:ext cx="2847975" cy="184665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Wand</a:t>
            </a:r>
          </a:p>
          <a:p>
            <a:pPr algn="ctr"/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魔法型</a:t>
            </a:r>
            <a:endParaRPr lang="en-US" altLang="ja-JP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回復も可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B181C38-534E-60BE-9BC9-CCE6AE57C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09" t="33750" r="23672" b="42916"/>
          <a:stretch>
            <a:fillRect/>
          </a:stretch>
        </p:blipFill>
        <p:spPr>
          <a:xfrm>
            <a:off x="3335190" y="2768735"/>
            <a:ext cx="5391152" cy="1980756"/>
          </a:xfrm>
          <a:prstGeom prst="rect">
            <a:avLst/>
          </a:prstGeom>
        </p:spPr>
      </p:pic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0AD7D9F3-91FA-EACC-6316-0A97E85FF811}"/>
              </a:ext>
            </a:extLst>
          </p:cNvPr>
          <p:cNvCxnSpPr>
            <a:stCxn id="3" idx="3"/>
          </p:cNvCxnSpPr>
          <p:nvPr/>
        </p:nvCxnSpPr>
        <p:spPr>
          <a:xfrm>
            <a:off x="3335190" y="1845406"/>
            <a:ext cx="455760" cy="9233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0337C22C-64E2-E6BD-8625-71D9199C9410}"/>
              </a:ext>
            </a:extLst>
          </p:cNvPr>
          <p:cNvCxnSpPr>
            <a:stCxn id="4" idx="1"/>
          </p:cNvCxnSpPr>
          <p:nvPr/>
        </p:nvCxnSpPr>
        <p:spPr>
          <a:xfrm rot="10800000" flipV="1">
            <a:off x="7934326" y="1711309"/>
            <a:ext cx="600075" cy="105742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DEBB3930-5699-EED6-DB59-2710AE549FAA}"/>
              </a:ext>
            </a:extLst>
          </p:cNvPr>
          <p:cNvCxnSpPr/>
          <p:nvPr/>
        </p:nvCxnSpPr>
        <p:spPr>
          <a:xfrm flipV="1">
            <a:off x="3335189" y="4749491"/>
            <a:ext cx="3848100" cy="870259"/>
          </a:xfrm>
          <a:prstGeom prst="bentConnector3">
            <a:avLst>
              <a:gd name="adj1" fmla="val 10024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7E30A81C-16EA-929C-A76C-7FB25AEE966E}"/>
              </a:ext>
            </a:extLst>
          </p:cNvPr>
          <p:cNvCxnSpPr>
            <a:cxnSpLocks/>
          </p:cNvCxnSpPr>
          <p:nvPr/>
        </p:nvCxnSpPr>
        <p:spPr>
          <a:xfrm rot="10800000">
            <a:off x="6191250" y="4749492"/>
            <a:ext cx="2408384" cy="870259"/>
          </a:xfrm>
          <a:prstGeom prst="bentConnector3">
            <a:avLst>
              <a:gd name="adj1" fmla="val 9943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79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C9A44FA-D05D-B5E7-6E35-0C7FD6E8CBED}"/>
              </a:ext>
            </a:extLst>
          </p:cNvPr>
          <p:cNvSpPr txBox="1"/>
          <p:nvPr/>
        </p:nvSpPr>
        <p:spPr>
          <a:xfrm>
            <a:off x="487215" y="110871"/>
            <a:ext cx="2186537" cy="6771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⑧まとめ</a:t>
            </a:r>
            <a:endParaRPr kumimoji="1" lang="ja-JP" altLang="en-US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1F32212-7BA3-207A-F141-0D7D8896D08B}"/>
              </a:ext>
            </a:extLst>
          </p:cNvPr>
          <p:cNvSpPr txBox="1"/>
          <p:nvPr/>
        </p:nvSpPr>
        <p:spPr>
          <a:xfrm>
            <a:off x="487215" y="1010114"/>
            <a:ext cx="10921014" cy="126188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役割の異なる</a:t>
            </a:r>
            <a:r>
              <a:rPr kumimoji="1" lang="en-US" altLang="ja-JP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種類の</a:t>
            </a:r>
            <a:r>
              <a:rPr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キャラクターで</a:t>
            </a:r>
            <a:endParaRPr lang="en-US" altLang="ja-JP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巨大なボスに挑む共闘アクションです。</a:t>
            </a:r>
            <a:endParaRPr kumimoji="1" lang="en-US" altLang="ja-JP" sz="38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D7213A5-73E9-1862-98AE-C1A60EC0BC66}"/>
              </a:ext>
            </a:extLst>
          </p:cNvPr>
          <p:cNvSpPr/>
          <p:nvPr/>
        </p:nvSpPr>
        <p:spPr>
          <a:xfrm>
            <a:off x="487215" y="4076717"/>
            <a:ext cx="3247079" cy="11901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役割</a:t>
            </a:r>
            <a:endParaRPr kumimoji="1"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種類のキャラ</a:t>
            </a:r>
            <a:endParaRPr kumimoji="1"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CEC5C57-3AA2-ACF5-6F6A-689824B8371E}"/>
              </a:ext>
            </a:extLst>
          </p:cNvPr>
          <p:cNvSpPr/>
          <p:nvPr/>
        </p:nvSpPr>
        <p:spPr>
          <a:xfrm>
            <a:off x="4136572" y="4076717"/>
            <a:ext cx="3566310" cy="11901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攻撃派生</a:t>
            </a:r>
            <a:endParaRPr kumimoji="1"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状態により変化</a:t>
            </a:r>
            <a:endParaRPr kumimoji="1"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7FF784B-E7F6-186E-B73A-95D6869F3B09}"/>
              </a:ext>
            </a:extLst>
          </p:cNvPr>
          <p:cNvSpPr/>
          <p:nvPr/>
        </p:nvSpPr>
        <p:spPr>
          <a:xfrm>
            <a:off x="8055429" y="4076717"/>
            <a:ext cx="4020456" cy="11901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NPC</a:t>
            </a:r>
          </a:p>
          <a:p>
            <a:pPr algn="ctr"/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ソロでも共闘可能</a:t>
            </a:r>
            <a:endParaRPr lang="en-US" altLang="ja-JP" sz="3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29F77620-04F7-E0DA-0D5A-AEAAB84D3AC4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2110755" y="2271998"/>
            <a:ext cx="3836967" cy="18047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E43E2FAA-4277-CC79-F026-F5F90ABC635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5919727" y="2271998"/>
            <a:ext cx="27995" cy="18047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25F18953-19C1-023B-9A13-C2109B51CDA2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H="1" flipV="1">
            <a:off x="5947722" y="2271998"/>
            <a:ext cx="4117935" cy="18047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BD7D23A-B406-D028-8895-349FCE5B0578}"/>
              </a:ext>
            </a:extLst>
          </p:cNvPr>
          <p:cNvSpPr txBox="1"/>
          <p:nvPr/>
        </p:nvSpPr>
        <p:spPr>
          <a:xfrm>
            <a:off x="487215" y="5847886"/>
            <a:ext cx="9085048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4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ご覧いただきありがとうございました。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2622145527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</TotalTime>
  <Words>277</Words>
  <Application>Microsoft Office PowerPoint</Application>
  <PresentationFormat>ワイド画面</PresentationFormat>
  <Paragraphs>78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メイリオ</vt:lpstr>
      <vt:lpstr>游ゴシック</vt:lpstr>
      <vt:lpstr>游ゴシック Light</vt:lpstr>
      <vt:lpstr>Arial</vt:lpstr>
      <vt:lpstr>デザインの設定</vt:lpstr>
      <vt:lpstr>エレメンタルハンターズ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山口 隼</dc:creator>
  <cp:lastModifiedBy>山口 隼</cp:lastModifiedBy>
  <cp:revision>15</cp:revision>
  <dcterms:created xsi:type="dcterms:W3CDTF">2026-05-15T02:59:38Z</dcterms:created>
  <dcterms:modified xsi:type="dcterms:W3CDTF">2026-05-15T08:25:29Z</dcterms:modified>
</cp:coreProperties>
</file>